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 source material into bounded records.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Citations connect answers to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